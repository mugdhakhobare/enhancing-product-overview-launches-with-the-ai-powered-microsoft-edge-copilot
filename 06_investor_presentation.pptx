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Aurora Mobility: Aurora E-Urban Pro Launch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Urban e-bike designed for Indian corridors</a:t>
            </a:r>
          </a:p>
          <a:p>
            <a:pPr/>
            <a:r>
              <a:t>Target: 3,500 units in 6 months, ROI-positive</a:t>
            </a:r>
          </a:p>
          <a:p>
            <a:pPr/>
            <a:r>
              <a:t>Multi-channel GTM and strong after-sales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&amp; positioning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Growing urban e-bike adoption in Tier-1/2 cities</a:t>
            </a:r>
          </a:p>
          <a:p>
            <a:pPr/>
            <a:r>
              <a:t>Balanced range, speed, warranty, and service</a:t>
            </a:r>
          </a:p>
          <a:p>
            <a:pPr/>
            <a:r>
              <a:t>Competitive pricing with dependable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&amp; accountability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Clear objectives aligned to capacity and budget</a:t>
            </a:r>
          </a:p>
          <a:p>
            <a:pPr/>
            <a:r>
              <a:t>Cross-functional RACI with weekly milestones</a:t>
            </a:r>
          </a:p>
          <a:p>
            <a:pPr/>
            <a:r>
              <a:t>Data-driven KPI tracking and optimization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Financials &amp;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(6m): INR 200,000,000</a:t>
            </a:r>
          </a:p>
          <a:p>
            <a:pPr/>
            <a:r>
              <a:t>Net profit (6m): INR 50,000,000</a:t>
            </a:r>
          </a:p>
          <a:p>
            <a:pPr/>
            <a:r>
              <a:t>Breakeven units: 2800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Supply delays: prioritize fast SKUs, adjust spend</a:t>
            </a:r>
          </a:p>
          <a:p>
            <a:pPr/>
            <a:r>
              <a:t>Price pressure: financing, warranty boosts</a:t>
            </a:r>
          </a:p>
          <a:p>
            <a:pPr/>
            <a:r>
              <a:t>Service scaling: dealer enablement and CS playbooks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